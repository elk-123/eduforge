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牛顿第二定律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高中物理必修一 / 讲师：AI老师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本节课目标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理解 F=ma 的物理含义</a:t>
            </a:r>
          </a:p>
          <a:p>
            <a:pPr/>
            <a:r>
              <a:t>2. 掌握控制变量法的实验设计</a:t>
            </a:r>
          </a:p>
          <a:p>
            <a:pPr/>
            <a:r>
              <a:t>3. 能够应用公式解决基础力学问题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