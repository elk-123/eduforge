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7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73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5" Type="http://schemas.openxmlformats.org/officeDocument/2006/relationships/tableStyles" Target="tableStyles.xml"/><Relationship Id="rId4" Type="http://schemas.openxmlformats.org/officeDocument/2006/relationships/viewProps" Target="viewProps.xml"/><Relationship Id="rId3" Type="http://schemas.openxmlformats.org/officeDocument/2006/relationships/presProps" Target="presProps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1.jpeg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4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4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5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6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indent="0">
              <a:lnSpc>
                <a:spcPct val="100000"/>
              </a:lnSpc>
              <a:buNone/>
              <a:defRPr sz="24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7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7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我的开头幻灯片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2125980" y="1293495"/>
            <a:ext cx="7736840" cy="1799590"/>
          </a:xfrm>
        </p:spPr>
        <p:txBody>
          <a:bodyPr/>
          <a:lstStyle>
            <a:lvl1pPr algn="ctr">
              <a:defRPr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 userDrawn="1"/>
        </p:nvSpPr>
        <p:spPr>
          <a:xfrm>
            <a:off x="707390" y="6029325"/>
            <a:ext cx="9951720" cy="485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3049270" y="3351530"/>
            <a:ext cx="5815330" cy="17875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>
              <a:buNone/>
              <a:defRPr/>
            </a:lvl2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格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8" name="表格占位符 7"/>
          <p:cNvSpPr>
            <a:spLocks noGrp="1"/>
          </p:cNvSpPr>
          <p:nvPr>
            <p:ph type="tbl" idx="14"/>
          </p:nvPr>
        </p:nvSpPr>
        <p:spPr>
          <a:xfrm>
            <a:off x="612140" y="1812290"/>
            <a:ext cx="10964545" cy="37058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文右图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3"/>
          </p:nvPr>
        </p:nvSpPr>
        <p:spPr>
          <a:xfrm>
            <a:off x="750570" y="1538605"/>
            <a:ext cx="4566285" cy="459740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4"/>
          </p:nvPr>
        </p:nvSpPr>
        <p:spPr>
          <a:xfrm>
            <a:off x="6678295" y="1636395"/>
            <a:ext cx="4585335" cy="42735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图右文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3"/>
          </p:nvPr>
        </p:nvSpPr>
        <p:spPr>
          <a:xfrm>
            <a:off x="5951855" y="1605915"/>
            <a:ext cx="5440045" cy="4505325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endParaRPr lang="zh-CN" altLang="en-US" smtClean="0"/>
          </a:p>
        </p:txBody>
      </p:sp>
      <p:sp>
        <p:nvSpPr>
          <p:cNvPr id="7" name="图片占位符 6"/>
          <p:cNvSpPr>
            <a:spLocks noGrp="1"/>
          </p:cNvSpPr>
          <p:nvPr>
            <p:ph type="pic" idx="14"/>
          </p:nvPr>
        </p:nvSpPr>
        <p:spPr>
          <a:xfrm>
            <a:off x="805180" y="1691640"/>
            <a:ext cx="4609465" cy="44989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三列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scene3d>
              <a:camera prst="orthographicFront"/>
              <a:lightRig rig="threePt" dir="t"/>
            </a:scene3d>
          </a:bodyPr>
          <a:lstStyle>
            <a:lvl1pPr>
              <a:defRPr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矩形 5"/>
          <p:cNvSpPr/>
          <p:nvPr userDrawn="1"/>
        </p:nvSpPr>
        <p:spPr>
          <a:xfrm>
            <a:off x="612140" y="2176780"/>
            <a:ext cx="2700020" cy="31959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4443095" y="2176780"/>
            <a:ext cx="2809240" cy="32467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8382635" y="2176780"/>
            <a:ext cx="2940685" cy="3246120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3"/>
          </p:nvPr>
        </p:nvSpPr>
        <p:spPr>
          <a:xfrm>
            <a:off x="816610" y="2491105"/>
            <a:ext cx="228409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4"/>
          </p:nvPr>
        </p:nvSpPr>
        <p:spPr>
          <a:xfrm>
            <a:off x="780415" y="3190875"/>
            <a:ext cx="2400300" cy="1977390"/>
          </a:xfrm>
        </p:spPr>
        <p:txBody>
          <a:bodyPr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5"/>
          </p:nvPr>
        </p:nvSpPr>
        <p:spPr>
          <a:xfrm>
            <a:off x="4701540" y="2439670"/>
            <a:ext cx="2273300" cy="502920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"/>
          </p:nvPr>
        </p:nvSpPr>
        <p:spPr>
          <a:xfrm>
            <a:off x="4749165" y="3191510"/>
            <a:ext cx="2269490" cy="1976755"/>
          </a:xfrm>
        </p:spPr>
        <p:txBody>
          <a:bodyPr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7"/>
          </p:nvPr>
        </p:nvSpPr>
        <p:spPr>
          <a:xfrm>
            <a:off x="8681720" y="2439035"/>
            <a:ext cx="2378710" cy="503555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8"/>
          </p:nvPr>
        </p:nvSpPr>
        <p:spPr>
          <a:xfrm>
            <a:off x="8747760" y="3191510"/>
            <a:ext cx="2320290" cy="1975485"/>
          </a:xfrm>
        </p:spPr>
        <p:txBody>
          <a:bodyPr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四列页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scene3d>
              <a:camera prst="orthographicFront"/>
              <a:lightRig rig="threePt" dir="t"/>
            </a:scene3d>
          </a:bodyPr>
          <a:lstStyle>
            <a:lvl1pPr>
              <a:defRPr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矩形 5"/>
          <p:cNvSpPr/>
          <p:nvPr userDrawn="1"/>
        </p:nvSpPr>
        <p:spPr>
          <a:xfrm>
            <a:off x="612140" y="2176780"/>
            <a:ext cx="2182495" cy="31451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3478530" y="2176780"/>
            <a:ext cx="2182495" cy="31451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6149340" y="2176780"/>
            <a:ext cx="2182495" cy="31451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8990965" y="2176780"/>
            <a:ext cx="2182495" cy="3145155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占位符 9"/>
          <p:cNvSpPr>
            <a:spLocks noGrp="1"/>
          </p:cNvSpPr>
          <p:nvPr>
            <p:ph type="body" idx="13"/>
          </p:nvPr>
        </p:nvSpPr>
        <p:spPr>
          <a:xfrm>
            <a:off x="816610" y="2491105"/>
            <a:ext cx="181038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4"/>
          </p:nvPr>
        </p:nvSpPr>
        <p:spPr>
          <a:xfrm>
            <a:off x="3679825" y="2491105"/>
            <a:ext cx="181038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5"/>
          </p:nvPr>
        </p:nvSpPr>
        <p:spPr>
          <a:xfrm>
            <a:off x="6335395" y="2491105"/>
            <a:ext cx="181038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"/>
          </p:nvPr>
        </p:nvSpPr>
        <p:spPr>
          <a:xfrm>
            <a:off x="9177020" y="2491105"/>
            <a:ext cx="1810385" cy="452120"/>
          </a:xfrm>
        </p:spPr>
        <p:txBody>
          <a:bodyPr>
            <a:noAutofit/>
          </a:bodyPr>
          <a:lstStyle>
            <a:lvl1pPr>
              <a:defRPr sz="2000"/>
            </a:lvl1pPr>
            <a:lvl5pPr marL="1828800" indent="0">
              <a:buNone/>
              <a:defRPr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15" name="内容占位符 14"/>
          <p:cNvSpPr>
            <a:spLocks noGrp="1"/>
          </p:cNvSpPr>
          <p:nvPr>
            <p:ph idx="17" hasCustomPrompt="1"/>
          </p:nvPr>
        </p:nvSpPr>
        <p:spPr>
          <a:xfrm>
            <a:off x="815975" y="3125470"/>
            <a:ext cx="1811020" cy="183896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6" name="内容占位符 15"/>
          <p:cNvSpPr>
            <a:spLocks noGrp="1"/>
          </p:cNvSpPr>
          <p:nvPr>
            <p:ph idx="18" hasCustomPrompt="1"/>
          </p:nvPr>
        </p:nvSpPr>
        <p:spPr>
          <a:xfrm>
            <a:off x="3679190" y="3125470"/>
            <a:ext cx="1811020" cy="183896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7" name="内容占位符 16"/>
          <p:cNvSpPr>
            <a:spLocks noGrp="1"/>
          </p:cNvSpPr>
          <p:nvPr>
            <p:ph idx="19" hasCustomPrompt="1"/>
          </p:nvPr>
        </p:nvSpPr>
        <p:spPr>
          <a:xfrm>
            <a:off x="6335395" y="3125470"/>
            <a:ext cx="1811020" cy="183896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8" name="内容占位符 17"/>
          <p:cNvSpPr>
            <a:spLocks noGrp="1"/>
          </p:cNvSpPr>
          <p:nvPr>
            <p:ph idx="20" hasCustomPrompt="1"/>
          </p:nvPr>
        </p:nvSpPr>
        <p:spPr>
          <a:xfrm>
            <a:off x="9177020" y="3125470"/>
            <a:ext cx="1811020" cy="1838960"/>
          </a:xfrm>
        </p:spPr>
        <p:txBody>
          <a:bodyPr/>
          <a:p>
            <a:pPr lvl="0"/>
            <a:endParaRPr lang="zh-CN" altLang="en-US" smtClean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起页">
    <p:bg>
      <p:bgPr>
        <a:blipFill rotWithShape="1">
          <a:blip r:embed="rId2">
            <a:alphaModFix amt="9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圆角矩形 5"/>
          <p:cNvSpPr/>
          <p:nvPr userDrawn="1"/>
        </p:nvSpPr>
        <p:spPr>
          <a:xfrm>
            <a:off x="4859020" y="1498600"/>
            <a:ext cx="6748780" cy="977265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 userDrawn="1"/>
        </p:nvSpPr>
        <p:spPr>
          <a:xfrm>
            <a:off x="4859020" y="2770505"/>
            <a:ext cx="6748780" cy="977265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圆角矩形 7"/>
          <p:cNvSpPr/>
          <p:nvPr userDrawn="1"/>
        </p:nvSpPr>
        <p:spPr>
          <a:xfrm>
            <a:off x="4859020" y="4042410"/>
            <a:ext cx="6748780" cy="977265"/>
          </a:xfrm>
          <a:prstGeom prst="roundRect">
            <a:avLst/>
          </a:prstGeom>
          <a:solidFill>
            <a:schemeClr val="bg1">
              <a:alpha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内容占位符 9"/>
          <p:cNvSpPr>
            <a:spLocks noGrp="1"/>
          </p:cNvSpPr>
          <p:nvPr>
            <p:ph idx="13" hasCustomPrompt="1"/>
          </p:nvPr>
        </p:nvSpPr>
        <p:spPr>
          <a:xfrm>
            <a:off x="5245735" y="1775460"/>
            <a:ext cx="568960" cy="525780"/>
          </a:xfrm>
        </p:spPr>
        <p:txBody>
          <a:bodyPr/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altLang="zh-CN" smtClean="0"/>
              <a:t>01</a:t>
            </a:r>
            <a:endParaRPr lang="en-US" altLang="zh-CN" smtClean="0"/>
          </a:p>
        </p:txBody>
      </p:sp>
      <p:sp>
        <p:nvSpPr>
          <p:cNvPr id="11" name="内容占位符 10"/>
          <p:cNvSpPr>
            <a:spLocks noGrp="1"/>
          </p:cNvSpPr>
          <p:nvPr>
            <p:ph idx="14" hasCustomPrompt="1"/>
          </p:nvPr>
        </p:nvSpPr>
        <p:spPr>
          <a:xfrm>
            <a:off x="5245735" y="3067050"/>
            <a:ext cx="568325" cy="445135"/>
          </a:xfrm>
        </p:spPr>
        <p:txBody>
          <a:bodyPr/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altLang="zh-CN" smtClean="0"/>
              <a:t>02</a:t>
            </a:r>
            <a:endParaRPr lang="en-US" altLang="zh-CN" smtClean="0"/>
          </a:p>
        </p:txBody>
      </p:sp>
      <p:sp>
        <p:nvSpPr>
          <p:cNvPr id="12" name="内容占位符 11"/>
          <p:cNvSpPr>
            <a:spLocks noGrp="1"/>
          </p:cNvSpPr>
          <p:nvPr>
            <p:ph idx="15" hasCustomPrompt="1"/>
          </p:nvPr>
        </p:nvSpPr>
        <p:spPr>
          <a:xfrm>
            <a:off x="5245735" y="4277995"/>
            <a:ext cx="546735" cy="503555"/>
          </a:xfrm>
        </p:spPr>
        <p:txBody>
          <a:bodyPr/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altLang="zh-CN" smtClean="0"/>
              <a:t>03</a:t>
            </a:r>
            <a:endParaRPr lang="en-US" altLang="zh-CN" smtClean="0"/>
          </a:p>
        </p:txBody>
      </p:sp>
      <p:sp>
        <p:nvSpPr>
          <p:cNvPr id="13" name="内容占位符 12"/>
          <p:cNvSpPr>
            <a:spLocks noGrp="1"/>
          </p:cNvSpPr>
          <p:nvPr>
            <p:ph idx="16" hasCustomPrompt="1"/>
          </p:nvPr>
        </p:nvSpPr>
        <p:spPr>
          <a:xfrm>
            <a:off x="6092190" y="1775460"/>
            <a:ext cx="5026660" cy="51308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4" name="内容占位符 13"/>
          <p:cNvSpPr>
            <a:spLocks noGrp="1"/>
          </p:cNvSpPr>
          <p:nvPr>
            <p:ph idx="17" hasCustomPrompt="1"/>
          </p:nvPr>
        </p:nvSpPr>
        <p:spPr>
          <a:xfrm>
            <a:off x="6092190" y="3004185"/>
            <a:ext cx="5026660" cy="513080"/>
          </a:xfrm>
        </p:spPr>
        <p:txBody>
          <a:bodyPr/>
          <a:p>
            <a:pPr lvl="0"/>
            <a:endParaRPr lang="zh-CN" altLang="en-US" smtClean="0"/>
          </a:p>
        </p:txBody>
      </p:sp>
      <p:sp>
        <p:nvSpPr>
          <p:cNvPr id="16" name="内容占位符 15"/>
          <p:cNvSpPr>
            <a:spLocks noGrp="1"/>
          </p:cNvSpPr>
          <p:nvPr>
            <p:ph idx="18" hasCustomPrompt="1"/>
          </p:nvPr>
        </p:nvSpPr>
        <p:spPr>
          <a:xfrm>
            <a:off x="6092190" y="4276725"/>
            <a:ext cx="5026660" cy="513080"/>
          </a:xfrm>
        </p:spPr>
        <p:txBody>
          <a:bodyPr/>
          <a:p>
            <a:pPr lvl="0"/>
            <a:endParaRPr lang="zh-CN" altLang="en-US" smtClean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3" hasCustomPrompt="1"/>
          </p:nvPr>
        </p:nvSpPr>
        <p:spPr>
          <a:xfrm>
            <a:off x="626745" y="1717675"/>
            <a:ext cx="10828020" cy="4436110"/>
          </a:xfrm>
        </p:spPr>
        <p:txBody>
          <a:bodyPr/>
          <a:p>
            <a:pPr lvl="0"/>
            <a:r>
              <a:rPr lang="zh-CN" altLang="en-US" smtClean="0"/>
              <a:t>单击此处编辑母版文本样</a:t>
            </a:r>
            <a:endParaRPr lang="zh-CN" altLang="en-US" smtClean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7" Type="http://schemas.openxmlformats.org/officeDocument/2006/relationships/theme" Target="../theme/theme1.xml"/><Relationship Id="rId16" Type="http://schemas.openxmlformats.org/officeDocument/2006/relationships/tags" Target="../tags/tag19.xml"/><Relationship Id="rId15" Type="http://schemas.openxmlformats.org/officeDocument/2006/relationships/tags" Target="../tags/tag18.xml"/><Relationship Id="rId14" Type="http://schemas.openxmlformats.org/officeDocument/2006/relationships/tags" Target="../tags/tag17.xml"/><Relationship Id="rId13" Type="http://schemas.openxmlformats.org/officeDocument/2006/relationships/tags" Target="../tags/tag16.xml"/><Relationship Id="rId12" Type="http://schemas.openxmlformats.org/officeDocument/2006/relationships/tags" Target="../tags/tag15.xml"/><Relationship Id="rId11" Type="http://schemas.openxmlformats.org/officeDocument/2006/relationships/tags" Target="../tags/tag14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0" indent="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None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457200" indent="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0</vt:i4>
      </vt:variant>
    </vt:vector>
  </HeadingPairs>
  <TitlesOfParts>
    <vt:vector size="7" baseType="lpstr">
      <vt:lpstr>Arial</vt:lpstr>
      <vt:lpstr>宋体</vt:lpstr>
      <vt:lpstr>Wingdings</vt:lpstr>
      <vt:lpstr>Wingdings</vt:lpstr>
      <vt:lpstr>Arial Unicode MS</vt:lpstr>
      <vt:lpstr>微软雅黑</vt:lpstr>
      <vt:lpstr>WPS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WPS_1726891939</cp:lastModifiedBy>
  <cp:revision>180</cp:revision>
  <dcterms:created xsi:type="dcterms:W3CDTF">2019-06-19T02:08:00Z</dcterms:created>
  <dcterms:modified xsi:type="dcterms:W3CDTF">2026-03-12T05:07:51Z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0FFF9291EFE04932B2F41C876341133A_13</vt:lpwstr>
  </property>
</Properties>
</file>