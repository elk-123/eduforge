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8F7"/>
    <a:srgbClr val="E0F0FC"/>
    <a:srgbClr val="4A8BC2"/>
    <a:srgbClr val="444444"/>
    <a:srgbClr val="333333"/>
    <a:srgbClr val="2E5EAA"/>
    <a:srgbClr val="FFFFFF"/>
    <a:srgbClr val="B4D8F7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6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/>
          <p:nvPr userDrawn="1">
            <p:custDataLst>
              <p:tags r:id="rId3"/>
            </p:custDataLst>
          </p:nvPr>
        </p:nvSpPr>
        <p:spPr>
          <a:xfrm>
            <a:off x="6316345" y="1731645"/>
            <a:ext cx="5334000" cy="4418965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noFill/>
            <a:prstDash val="sysDot"/>
            <a:round/>
          </a:ln>
          <a:effectLst/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8"/>
          <p:cNvSpPr/>
          <p:nvPr userDrawn="1">
            <p:custDataLst>
              <p:tags r:id="rId4"/>
            </p:custDataLst>
          </p:nvPr>
        </p:nvSpPr>
        <p:spPr>
          <a:xfrm>
            <a:off x="608330" y="1731645"/>
            <a:ext cx="5334000" cy="4418965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E5EA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926590"/>
            <a:ext cx="5107940" cy="673100"/>
          </a:xfrm>
        </p:spPr>
        <p:txBody>
          <a:bodyPr lIns="101600" tIns="38100" rIns="76200" bIns="381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 b="1" spc="20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95960" y="3072765"/>
            <a:ext cx="5107940" cy="3023870"/>
          </a:xfrm>
        </p:spPr>
        <p:txBody>
          <a:bodyPr vert="horz" lIns="101600" tIns="0" rIns="82550" bIns="0" rtlCol="0">
            <a:normAutofit/>
          </a:bodyPr>
          <a:lstStyle>
            <a:lvl1pPr marL="0" indent="0">
              <a:buNone/>
              <a:defRPr sz="20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410325" y="1947545"/>
            <a:ext cx="5022215" cy="652145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 b="1" spc="20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454140" y="3073400"/>
            <a:ext cx="5123815" cy="3029585"/>
          </a:xfrm>
        </p:spPr>
        <p:txBody>
          <a:bodyPr vert="horz" lIns="101600" tIns="0" rIns="82550" bIns="0" rtlCol="0">
            <a:normAutofit/>
          </a:bodyPr>
          <a:lstStyle>
            <a:lvl1pPr marL="0" indent="0">
              <a:buNone/>
              <a:defRPr sz="20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AutoShape 5"/>
          <p:cNvSpPr/>
          <p:nvPr userDrawn="1">
            <p:custDataLst>
              <p:tags r:id="rId13"/>
            </p:custDataLst>
          </p:nvPr>
        </p:nvSpPr>
        <p:spPr>
          <a:xfrm>
            <a:off x="612140" y="1731645"/>
            <a:ext cx="5334000" cy="76200"/>
          </a:xfrm>
          <a:prstGeom prst="roundRect">
            <a:avLst>
              <a:gd name="adj" fmla="val 166666"/>
            </a:avLst>
          </a:prstGeom>
          <a:solidFill>
            <a:srgbClr val="2E5EA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9"/>
          <p:cNvSpPr/>
          <p:nvPr userDrawn="1">
            <p:custDataLst>
              <p:tags r:id="rId14"/>
            </p:custDataLst>
          </p:nvPr>
        </p:nvSpPr>
        <p:spPr>
          <a:xfrm>
            <a:off x="6349365" y="1731645"/>
            <a:ext cx="5301615" cy="76200"/>
          </a:xfrm>
          <a:prstGeom prst="roundRect">
            <a:avLst>
              <a:gd name="adj" fmla="val 166666"/>
            </a:avLst>
          </a:prstGeom>
          <a:solidFill>
            <a:srgbClr val="FF7D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5" name="直接连接符 14"/>
          <p:cNvCxnSpPr/>
          <p:nvPr/>
        </p:nvCxnSpPr>
        <p:spPr>
          <a:xfrm>
            <a:off x="6123940" y="1731645"/>
            <a:ext cx="15240" cy="433451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820340" y="566935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l">
              <a:defRPr sz="6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820420" y="2168525"/>
            <a:ext cx="9688830" cy="3627755"/>
          </a:xfrm>
        </p:spPr>
        <p:txBody>
          <a:bodyPr lIns="90000" tIns="46800" rIns="90000" bIns="46800">
            <a:normAutofit/>
          </a:bodyPr>
          <a:lstStyle>
            <a:lvl1pPr algn="l">
              <a:lnSpc>
                <a:spcPct val="110000"/>
              </a:lnSpc>
              <a:buNone/>
              <a:defRPr sz="2800" spc="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我的开头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25980" y="1293495"/>
            <a:ext cx="7736840" cy="1799590"/>
          </a:xfrm>
        </p:spPr>
        <p:txBody>
          <a:bodyPr/>
          <a:lstStyle>
            <a:lvl1pPr algn="ctr">
              <a:defRPr>
                <a:ln w="15875"/>
                <a:gradFill>
                  <a:gsLst>
                    <a:gs pos="0">
                      <a:schemeClr val="accent1">
                        <a:lumOff val="-19993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3"/>
                      </a:schemeClr>
                    </a:gs>
                  </a:gsLst>
                  <a:lin ang="0" scaled="0"/>
                </a:gradFill>
                <a:effectLst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07390" y="6029325"/>
            <a:ext cx="9951720" cy="485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3049270" y="3351530"/>
            <a:ext cx="5815330" cy="1787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表格占位符 7"/>
          <p:cNvSpPr>
            <a:spLocks noGrp="1"/>
          </p:cNvSpPr>
          <p:nvPr>
            <p:ph type="tbl" idx="14"/>
          </p:nvPr>
        </p:nvSpPr>
        <p:spPr>
          <a:xfrm>
            <a:off x="612140" y="1812290"/>
            <a:ext cx="10964545" cy="37058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文右图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750570" y="1538605"/>
            <a:ext cx="4566285" cy="45974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4"/>
          </p:nvPr>
        </p:nvSpPr>
        <p:spPr>
          <a:xfrm>
            <a:off x="6678295" y="1636395"/>
            <a:ext cx="4585335" cy="42735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图右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5951855" y="1605915"/>
            <a:ext cx="5440045" cy="450532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endParaRPr lang="zh-CN" altLang="en-US" smtClean="0"/>
          </a:p>
        </p:txBody>
      </p:sp>
      <p:sp>
        <p:nvSpPr>
          <p:cNvPr id="7" name="图片占位符 6"/>
          <p:cNvSpPr>
            <a:spLocks noGrp="1"/>
          </p:cNvSpPr>
          <p:nvPr>
            <p:ph type="pic" idx="14"/>
          </p:nvPr>
        </p:nvSpPr>
        <p:spPr>
          <a:xfrm>
            <a:off x="805180" y="1691640"/>
            <a:ext cx="4609465" cy="4498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列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>
            <a:off x="8495030" y="2087880"/>
            <a:ext cx="2765425" cy="3296920"/>
          </a:xfrm>
          <a:prstGeom prst="roundRect">
            <a:avLst/>
          </a:prstGeom>
          <a:solidFill>
            <a:srgbClr val="E0F0FC">
              <a:alpha val="87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 userDrawn="1"/>
        </p:nvSpPr>
        <p:spPr>
          <a:xfrm>
            <a:off x="8495030" y="3101340"/>
            <a:ext cx="2765425" cy="2283460"/>
          </a:xfrm>
          <a:prstGeom prst="roundRect">
            <a:avLst/>
          </a:prstGeom>
          <a:solidFill>
            <a:schemeClr val="bg1"/>
          </a:solidFill>
          <a:ln>
            <a:solidFill>
              <a:srgbClr val="D0E8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 userDrawn="1"/>
        </p:nvSpPr>
        <p:spPr>
          <a:xfrm>
            <a:off x="4455160" y="2087880"/>
            <a:ext cx="2765425" cy="3296920"/>
          </a:xfrm>
          <a:prstGeom prst="roundRect">
            <a:avLst/>
          </a:prstGeom>
          <a:solidFill>
            <a:srgbClr val="E0F0FC">
              <a:alpha val="87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 userDrawn="1"/>
        </p:nvSpPr>
        <p:spPr>
          <a:xfrm>
            <a:off x="4455160" y="3089275"/>
            <a:ext cx="2765425" cy="2296160"/>
          </a:xfrm>
          <a:prstGeom prst="roundRect">
            <a:avLst/>
          </a:prstGeom>
          <a:solidFill>
            <a:schemeClr val="bg1"/>
          </a:solidFill>
          <a:ln>
            <a:solidFill>
              <a:srgbClr val="D0E8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 userDrawn="1"/>
        </p:nvSpPr>
        <p:spPr>
          <a:xfrm>
            <a:off x="612140" y="2087880"/>
            <a:ext cx="2765425" cy="3296920"/>
          </a:xfrm>
          <a:prstGeom prst="roundRect">
            <a:avLst/>
          </a:prstGeom>
          <a:solidFill>
            <a:srgbClr val="E0F0FC">
              <a:alpha val="87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>
            <a:off x="611505" y="3089275"/>
            <a:ext cx="2765425" cy="2296160"/>
          </a:xfrm>
          <a:prstGeom prst="roundRect">
            <a:avLst/>
          </a:prstGeom>
          <a:solidFill>
            <a:schemeClr val="bg1"/>
          </a:solidFill>
          <a:ln>
            <a:solidFill>
              <a:srgbClr val="D0E8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>
            <a:lvl1pPr>
              <a:defRPr>
                <a:solidFill>
                  <a:srgbClr val="2E5EA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3"/>
          </p:nvPr>
        </p:nvSpPr>
        <p:spPr>
          <a:xfrm>
            <a:off x="816610" y="2491105"/>
            <a:ext cx="2284095" cy="452120"/>
          </a:xfrm>
        </p:spPr>
        <p:txBody>
          <a:bodyPr>
            <a:noAutofit/>
          </a:bodyPr>
          <a:lstStyle>
            <a:lvl1pPr>
              <a:defRPr sz="2000">
                <a:ln w="15875"/>
                <a:solidFill>
                  <a:srgbClr val="4A8BC2"/>
                </a:solidFill>
                <a:effectLst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4"/>
          </p:nvPr>
        </p:nvSpPr>
        <p:spPr>
          <a:xfrm>
            <a:off x="816610" y="3553460"/>
            <a:ext cx="2400300" cy="1977390"/>
          </a:xfrm>
        </p:spPr>
        <p:txBody>
          <a:bodyPr/>
          <a:lstStyle>
            <a:lvl1pPr>
              <a:defRPr>
                <a:solidFill>
                  <a:srgbClr val="444444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5"/>
          </p:nvPr>
        </p:nvSpPr>
        <p:spPr>
          <a:xfrm>
            <a:off x="4701540" y="2439670"/>
            <a:ext cx="2273300" cy="502920"/>
          </a:xfrm>
        </p:spPr>
        <p:txBody>
          <a:bodyPr>
            <a:noAutofit/>
          </a:bodyPr>
          <a:lstStyle>
            <a:lvl1pPr>
              <a:defRPr sz="2000">
                <a:ln w="15875"/>
                <a:solidFill>
                  <a:srgbClr val="4A8BC2"/>
                </a:solidFill>
                <a:effectLst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"/>
          </p:nvPr>
        </p:nvSpPr>
        <p:spPr>
          <a:xfrm>
            <a:off x="4721225" y="3553460"/>
            <a:ext cx="2269490" cy="1976755"/>
          </a:xfrm>
        </p:spPr>
        <p:txBody>
          <a:bodyPr/>
          <a:lstStyle>
            <a:lvl1pPr>
              <a:defRPr>
                <a:solidFill>
                  <a:srgbClr val="444444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7"/>
          </p:nvPr>
        </p:nvSpPr>
        <p:spPr>
          <a:xfrm>
            <a:off x="8689340" y="2439035"/>
            <a:ext cx="2378710" cy="503555"/>
          </a:xfrm>
        </p:spPr>
        <p:txBody>
          <a:bodyPr>
            <a:noAutofit/>
          </a:bodyPr>
          <a:lstStyle>
            <a:lvl1pPr>
              <a:defRPr sz="2000">
                <a:ln w="15875"/>
                <a:solidFill>
                  <a:srgbClr val="4A8BC2"/>
                </a:solidFill>
                <a:effectLst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8"/>
          </p:nvPr>
        </p:nvSpPr>
        <p:spPr>
          <a:xfrm>
            <a:off x="8791575" y="3553460"/>
            <a:ext cx="2320290" cy="1975485"/>
          </a:xfrm>
        </p:spPr>
        <p:txBody>
          <a:bodyPr/>
          <a:lstStyle>
            <a:lvl1pPr>
              <a:defRPr>
                <a:solidFill>
                  <a:srgbClr val="444444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列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 userDrawn="1"/>
        </p:nvSpPr>
        <p:spPr>
          <a:xfrm>
            <a:off x="8990965" y="2113915"/>
            <a:ext cx="2192655" cy="3521710"/>
          </a:xfrm>
          <a:prstGeom prst="roundRect">
            <a:avLst/>
          </a:prstGeom>
          <a:solidFill>
            <a:srgbClr val="E0F0FC">
              <a:alpha val="87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 userDrawn="1"/>
        </p:nvSpPr>
        <p:spPr>
          <a:xfrm>
            <a:off x="8991600" y="3166110"/>
            <a:ext cx="2192655" cy="2469515"/>
          </a:xfrm>
          <a:prstGeom prst="roundRect">
            <a:avLst/>
          </a:prstGeom>
          <a:solidFill>
            <a:schemeClr val="bg1"/>
          </a:solidFill>
          <a:ln>
            <a:solidFill>
              <a:srgbClr val="D0E8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 userDrawn="1"/>
        </p:nvSpPr>
        <p:spPr>
          <a:xfrm>
            <a:off x="6144260" y="2160905"/>
            <a:ext cx="2192655" cy="3521710"/>
          </a:xfrm>
          <a:prstGeom prst="roundRect">
            <a:avLst/>
          </a:prstGeom>
          <a:solidFill>
            <a:srgbClr val="E0F0FC">
              <a:alpha val="87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 userDrawn="1"/>
        </p:nvSpPr>
        <p:spPr>
          <a:xfrm>
            <a:off x="3473450" y="2160905"/>
            <a:ext cx="2192655" cy="3521710"/>
          </a:xfrm>
          <a:prstGeom prst="roundRect">
            <a:avLst/>
          </a:prstGeom>
          <a:solidFill>
            <a:srgbClr val="E0F0FC">
              <a:alpha val="87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 userDrawn="1"/>
        </p:nvSpPr>
        <p:spPr>
          <a:xfrm>
            <a:off x="611505" y="2160905"/>
            <a:ext cx="2192655" cy="3521710"/>
          </a:xfrm>
          <a:prstGeom prst="roundRect">
            <a:avLst/>
          </a:prstGeom>
          <a:solidFill>
            <a:srgbClr val="E0F0FC">
              <a:alpha val="87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>
            <a:off x="611505" y="3212465"/>
            <a:ext cx="2192655" cy="2469515"/>
          </a:xfrm>
          <a:prstGeom prst="roundRect">
            <a:avLst/>
          </a:prstGeom>
          <a:solidFill>
            <a:schemeClr val="bg1"/>
          </a:solidFill>
          <a:ln>
            <a:solidFill>
              <a:srgbClr val="D0E8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 userDrawn="1"/>
        </p:nvSpPr>
        <p:spPr>
          <a:xfrm>
            <a:off x="3473450" y="3212465"/>
            <a:ext cx="2192655" cy="2469515"/>
          </a:xfrm>
          <a:prstGeom prst="roundRect">
            <a:avLst/>
          </a:prstGeom>
          <a:solidFill>
            <a:schemeClr val="bg1"/>
          </a:solidFill>
          <a:ln>
            <a:solidFill>
              <a:srgbClr val="D0E8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 userDrawn="1"/>
        </p:nvSpPr>
        <p:spPr>
          <a:xfrm>
            <a:off x="6144260" y="3212465"/>
            <a:ext cx="2192655" cy="2469515"/>
          </a:xfrm>
          <a:prstGeom prst="roundRect">
            <a:avLst/>
          </a:prstGeom>
          <a:solidFill>
            <a:schemeClr val="bg1"/>
          </a:solidFill>
          <a:ln>
            <a:solidFill>
              <a:srgbClr val="D0E8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>
            <a:lvl1pPr>
              <a:def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3" hasCustomPrompt="1"/>
          </p:nvPr>
        </p:nvSpPr>
        <p:spPr>
          <a:xfrm>
            <a:off x="816610" y="2491105"/>
            <a:ext cx="1810385" cy="45212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>
            <a:lvl1pPr>
              <a:defRPr sz="2000">
                <a:ln w="15875"/>
                <a:solidFill>
                  <a:srgbClr val="4A8BC2"/>
                </a:solidFill>
                <a:effectLst/>
              </a:defRPr>
            </a:lvl1pPr>
            <a:lvl5pPr marL="1828800" indent="0">
              <a:buNone/>
              <a:defRPr/>
            </a:lvl5pPr>
          </a:lstStyle>
          <a:p>
            <a:pPr lvl="0"/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4"/>
          </p:nvPr>
        </p:nvSpPr>
        <p:spPr>
          <a:xfrm>
            <a:off x="3679825" y="2491105"/>
            <a:ext cx="1810385" cy="452120"/>
          </a:xfrm>
        </p:spPr>
        <p:txBody>
          <a:bodyPr>
            <a:noAutofit/>
          </a:bodyPr>
          <a:lstStyle>
            <a:lvl1pPr>
              <a:defRPr sz="2000">
                <a:ln w="15875"/>
                <a:solidFill>
                  <a:srgbClr val="4A8BC2"/>
                </a:solidFill>
                <a:effectLst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5"/>
          </p:nvPr>
        </p:nvSpPr>
        <p:spPr>
          <a:xfrm>
            <a:off x="6335395" y="2491105"/>
            <a:ext cx="1810385" cy="452120"/>
          </a:xfrm>
        </p:spPr>
        <p:txBody>
          <a:bodyPr>
            <a:noAutofit/>
          </a:bodyPr>
          <a:lstStyle>
            <a:lvl1pPr>
              <a:defRPr sz="2000">
                <a:ln w="15875"/>
                <a:solidFill>
                  <a:srgbClr val="4A8BC2"/>
                </a:solidFill>
                <a:effectLst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"/>
          </p:nvPr>
        </p:nvSpPr>
        <p:spPr>
          <a:xfrm>
            <a:off x="9177655" y="2428875"/>
            <a:ext cx="1810385" cy="452120"/>
          </a:xfrm>
        </p:spPr>
        <p:txBody>
          <a:bodyPr>
            <a:noAutofit/>
          </a:bodyPr>
          <a:lstStyle>
            <a:lvl1pPr>
              <a:defRPr sz="2000">
                <a:ln w="15875"/>
                <a:solidFill>
                  <a:srgbClr val="4A8BC2"/>
                </a:solidFill>
                <a:effectLst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7" hasCustomPrompt="1"/>
          </p:nvPr>
        </p:nvSpPr>
        <p:spPr>
          <a:xfrm>
            <a:off x="815975" y="3796665"/>
            <a:ext cx="1811020" cy="1838960"/>
          </a:xfrm>
        </p:spPr>
        <p:txBody>
          <a:bodyPr/>
          <a:p>
            <a:pPr lvl="0"/>
            <a:endParaRPr lang="zh-CN" altLang="en-US" smtClean="0"/>
          </a:p>
        </p:txBody>
      </p:sp>
      <p:sp>
        <p:nvSpPr>
          <p:cNvPr id="16" name="内容占位符 15"/>
          <p:cNvSpPr>
            <a:spLocks noGrp="1"/>
          </p:cNvSpPr>
          <p:nvPr>
            <p:ph idx="18" hasCustomPrompt="1"/>
          </p:nvPr>
        </p:nvSpPr>
        <p:spPr>
          <a:xfrm>
            <a:off x="3723005" y="3796665"/>
            <a:ext cx="1811020" cy="1838960"/>
          </a:xfrm>
        </p:spPr>
        <p:txBody>
          <a:bodyPr/>
          <a:p>
            <a:pPr lvl="0"/>
            <a:endParaRPr lang="zh-CN" altLang="en-US" smtClean="0"/>
          </a:p>
        </p:txBody>
      </p:sp>
      <p:sp>
        <p:nvSpPr>
          <p:cNvPr id="17" name="内容占位符 16"/>
          <p:cNvSpPr>
            <a:spLocks noGrp="1"/>
          </p:cNvSpPr>
          <p:nvPr>
            <p:ph idx="19" hasCustomPrompt="1"/>
          </p:nvPr>
        </p:nvSpPr>
        <p:spPr>
          <a:xfrm>
            <a:off x="6356985" y="3796665"/>
            <a:ext cx="1811020" cy="1838960"/>
          </a:xfrm>
        </p:spPr>
        <p:txBody>
          <a:bodyPr/>
          <a:p>
            <a:pPr lvl="0"/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20" hasCustomPrompt="1"/>
          </p:nvPr>
        </p:nvSpPr>
        <p:spPr>
          <a:xfrm>
            <a:off x="9272270" y="3796665"/>
            <a:ext cx="1811020" cy="1838960"/>
          </a:xfrm>
        </p:spPr>
        <p:txBody>
          <a:bodyPr/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起页">
    <p:bg>
      <p:bgPr>
        <a:blipFill rotWithShape="1">
          <a:blip r:embed="rId2">
            <a:alphaModFix amt="9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 userDrawn="1"/>
        </p:nvSpPr>
        <p:spPr>
          <a:xfrm>
            <a:off x="4859020" y="4042410"/>
            <a:ext cx="6748780" cy="977265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>
            <a:off x="5201920" y="4321175"/>
            <a:ext cx="518160" cy="45974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 userDrawn="1"/>
        </p:nvSpPr>
        <p:spPr>
          <a:xfrm>
            <a:off x="4859020" y="2770505"/>
            <a:ext cx="6748780" cy="977265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>
            <a:off x="5201920" y="3059430"/>
            <a:ext cx="518160" cy="45974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>
            <a:off x="4859020" y="1498600"/>
            <a:ext cx="6748780" cy="977265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5201920" y="1797685"/>
            <a:ext cx="518160" cy="45974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3" hasCustomPrompt="1"/>
          </p:nvPr>
        </p:nvSpPr>
        <p:spPr>
          <a:xfrm>
            <a:off x="5223510" y="1774825"/>
            <a:ext cx="568960" cy="52578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smtClean="0"/>
              <a:t>01</a:t>
            </a:r>
            <a:endParaRPr lang="en-US" altLang="zh-CN" smtClean="0"/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5224145" y="3036570"/>
            <a:ext cx="568325" cy="44513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smtClean="0"/>
              <a:t>02</a:t>
            </a:r>
            <a:endParaRPr lang="en-US" altLang="zh-CN" smtClean="0"/>
          </a:p>
        </p:txBody>
      </p:sp>
      <p:sp>
        <p:nvSpPr>
          <p:cNvPr id="12" name="内容占位符 11"/>
          <p:cNvSpPr>
            <a:spLocks noGrp="1"/>
          </p:cNvSpPr>
          <p:nvPr>
            <p:ph idx="15" hasCustomPrompt="1"/>
          </p:nvPr>
        </p:nvSpPr>
        <p:spPr>
          <a:xfrm>
            <a:off x="5224145" y="4277995"/>
            <a:ext cx="546735" cy="50355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smtClean="0"/>
              <a:t>03</a:t>
            </a:r>
            <a:endParaRPr lang="en-US" altLang="zh-CN" smtClean="0"/>
          </a:p>
        </p:txBody>
      </p:sp>
      <p:sp>
        <p:nvSpPr>
          <p:cNvPr id="13" name="内容占位符 12"/>
          <p:cNvSpPr>
            <a:spLocks noGrp="1"/>
          </p:cNvSpPr>
          <p:nvPr>
            <p:ph idx="16" hasCustomPrompt="1"/>
          </p:nvPr>
        </p:nvSpPr>
        <p:spPr>
          <a:xfrm>
            <a:off x="6092190" y="1629410"/>
            <a:ext cx="5026660" cy="659130"/>
          </a:xfrm>
        </p:spPr>
        <p:txBody>
          <a:bodyPr/>
          <a:lstStyle>
            <a:lvl1pPr>
              <a:defRPr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内容占位符 13"/>
          <p:cNvSpPr>
            <a:spLocks noGrp="1"/>
          </p:cNvSpPr>
          <p:nvPr>
            <p:ph idx="17" hasCustomPrompt="1"/>
          </p:nvPr>
        </p:nvSpPr>
        <p:spPr>
          <a:xfrm>
            <a:off x="6092190" y="2829560"/>
            <a:ext cx="5026660" cy="687705"/>
          </a:xfrm>
        </p:spPr>
        <p:txBody>
          <a:bodyPr>
            <a:scene3d>
              <a:camera prst="orthographicFront"/>
              <a:lightRig rig="threePt" dir="t"/>
            </a:scene3d>
          </a:bodyPr>
          <a:lstStyle>
            <a:lvl1pPr>
              <a:def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6" name="内容占位符 15"/>
          <p:cNvSpPr>
            <a:spLocks noGrp="1"/>
          </p:cNvSpPr>
          <p:nvPr>
            <p:ph idx="18" hasCustomPrompt="1"/>
          </p:nvPr>
        </p:nvSpPr>
        <p:spPr>
          <a:xfrm>
            <a:off x="6092190" y="4138930"/>
            <a:ext cx="5026660" cy="650875"/>
          </a:xfrm>
        </p:spPr>
        <p:txBody>
          <a:bodyPr>
            <a:scene3d>
              <a:camera prst="orthographicFront"/>
              <a:lightRig rig="threePt" dir="t"/>
            </a:scene3d>
          </a:bodyPr>
          <a:lstStyle>
            <a:lvl1pPr>
              <a:defRPr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endParaRPr lang="zh-CN" altLang="en-US" smtClean="0"/>
          </a:p>
        </p:txBody>
      </p:sp>
      <p:pic>
        <p:nvPicPr>
          <p:cNvPr id="19" name="图片 18" descr="PPT页面美化建议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0385" y="1449070"/>
            <a:ext cx="3738245" cy="3738245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3564890" y="4871085"/>
            <a:ext cx="655320" cy="272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 hasCustomPrompt="1"/>
          </p:nvPr>
        </p:nvSpPr>
        <p:spPr>
          <a:xfrm>
            <a:off x="626745" y="1717675"/>
            <a:ext cx="10828020" cy="443611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zh-CN" altLang="en-US" smtClean="0"/>
              <a:t>单击此处编辑母版文本样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4572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DIAGRAM_VIRTUALLY_FRAME" val="{&quot;height&quot;:343.15,&quot;left&quot;:40,&quot;top&quot;:56.85,&quot;width&quot;:885.2}"/>
</p:tagLst>
</file>

<file path=ppt/tags/tag2.xml><?xml version="1.0" encoding="utf-8"?>
<p:tagLst xmlns:p="http://schemas.openxmlformats.org/presentationml/2006/main">
  <p:tag name="KSO_WM_DIAGRAM_VIRTUALLY_FRAME" val="{&quot;height&quot;:343.15,&quot;left&quot;:40,&quot;top&quot;:56.85,&quot;width&quot;:885.2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DIAGRAM_VIRTUALLY_FRAME" val="{&quot;height&quot;:343.15,&quot;left&quot;:40,&quot;top&quot;:56.85,&quot;width&quot;:885.2}"/>
</p:tagLst>
</file>

<file path=ppt/tags/tag12.xml><?xml version="1.0" encoding="utf-8"?>
<p:tagLst xmlns:p="http://schemas.openxmlformats.org/presentationml/2006/main">
  <p:tag name="KSO_WM_DIAGRAM_VIRTUALLY_FRAME" val="{&quot;height&quot;:365.05,&quot;left&quot;:40,&quot;top&quot;:34.95,&quot;width&quot;:885.2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WPS_1726891939</cp:lastModifiedBy>
  <cp:revision>193</cp:revision>
  <dcterms:created xsi:type="dcterms:W3CDTF">2019-06-19T02:08:00Z</dcterms:created>
  <dcterms:modified xsi:type="dcterms:W3CDTF">2026-03-20T14:09:23Z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0FFF9291EFE04932B2F41C876341133A_13</vt:lpwstr>
  </property>
</Properties>
</file>